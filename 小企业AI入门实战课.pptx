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B6CB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ED893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小企业AI入门实战课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从0基础到AI Agent智能经营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2小时快速上手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专为0基础小企业老板设计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你是不是有这种感觉？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463040"/>
            <a:ext cx="73152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463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每天忙到飞起，但好像什么都没完成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468880"/>
            <a:ext cx="6400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468880"/>
            <a:ext cx="73152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4688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重复的事情做不完：回客户、写文案、算账、发朋友圈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3474720"/>
            <a:ext cx="73152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474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想学新东西，但时间不够用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4389120"/>
            <a:ext cx="64008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389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今天我告诉你一个秘密：这些事情，以后你只需要说一句话，AI帮你全干了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这堂课你会学到什么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 Agent时代的工作方式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学会用自然语言驱动AI完成经营任务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掌握与AI协作的核心技巧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3200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旧思维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人操作软件 → 软件执行任务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新思维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人描述需求 → AI Agent自动调用工具 → 完成任务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什么是AI？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一个特别聪明的虚拟大脑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它读过全世界所有的书、看过所有的视频、听过所有的对话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所以你问它什么，它都能回答你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就像一个24小时在线、不要工资、最渊博的朋友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你可能用过的AI产品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智能小助手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3931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文书助手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931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阿里版ChatGPT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3931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文心一言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4434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百度版ChatGPT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和 Agent 有什么区别？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AI（人工智能）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Agent（智能代理）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像什么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聪明的 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能干的 员工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会做什么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回答问题、写东西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帮你 执行任务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你问"怎么做红烧肉"，它告诉你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你说"帮我做红烧肉"，它帮你做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简单说：AI是"能说"，Agent是"能做"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你就把Agent理解成一个——你给它下命令，它帮你干活的那种员工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什么是"养龙虾"？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错误理解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养龙虾是某个公司的AI游戏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养龙虾是OpenClaw推出的产品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正确理解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养龙虾 = 学会使用OpenClaw这个工具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= 开源AI Agent框架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Logo是红色小龙虾，所以叫养龙虾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养龙虾的本质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学会用AI工具帮你干活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学会了，你就有一个24小时不睡觉、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不要工资、不会辞职的员工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从"用软件"到"用Agent"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软件时代的痛点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要学N个软件的操作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每个软件功能只用10%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人在软件之间来回切换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重复劳动浪费大量时间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Agent时代的到来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你描述需求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Agent自动选择工具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自动执行任务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不需要学操作，只需要说话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为什么小企业更需要Agent？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人手有限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一个人当三个人用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预算有限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买不起企业级软件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时间有限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重复工作占满时间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Agent的解决方案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你需要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Agent方案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写文案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5000/月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说需求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做海报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6000/月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描述画面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回客户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4000/月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Agent自动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19000/月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0-100/月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Skill生态：Agent的超能力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= 智能手机    </a:t>
            </a:r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= App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你说"我想导航" → Agent自动打开地图App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你说"做张海报" → Agent自动调用海报Skill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常用Skill一览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3657600" cy="19202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企业办公Skill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飞书Skill：文档、多维表、日历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钉钉Skill：AI表格、日历、待办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企微Skill：消息、文档、智能表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926080"/>
            <a:ext cx="3657600" cy="19202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设计Skill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3474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海报生成：输入需求，直接出图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文案生成：写各种文案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图像生成：生成产品图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RTGF指令公式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让Agent听懂你的需求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你希望Agent扮演什么？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餐饮营销专家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331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具体要做什么？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写3条促销文案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3200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26080" y="3200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要达到什么效果？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3200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吸引年轻上班族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06908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4069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26080" y="4069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以什么形式输出？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4069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每条配3个标签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各行业AI应用思路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+ 内容生成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74520"/>
            <a:ext cx="73152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1874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+ 数据分析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651760"/>
            <a:ext cx="73152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51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+ 案例展示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429000"/>
            <a:ext cx="73152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429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60320" y="3429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 + 家长沟通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06240"/>
            <a:ext cx="73152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206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60320" y="4206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+ 日程管理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B6CB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D893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Agent时代，你只需要说话，AI帮你搞定一切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3个关键带走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548640" cy="5486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RTGF指令公式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让Agent听懂你的需求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Skill生态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Agent背后的超能力库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548640" cy="5486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和Agent协作，越用越顺手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2B6CB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🎁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今日行动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本周内，每天用Agent完成至少1个任务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在学员群分享你的指令和成果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遇到问题随时提问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Agent不是替代你，是让你更强大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小企业AI入门实战课</dc:title>
  <dc:subject>PptxGenJS Presentation</dc:subject>
  <dc:creator>AI培训</dc:creator>
  <cp:lastModifiedBy>AI培训</cp:lastModifiedBy>
  <cp:revision>1</cp:revision>
  <dcterms:created xsi:type="dcterms:W3CDTF">2026-03-30T11:33:01Z</dcterms:created>
  <dcterms:modified xsi:type="dcterms:W3CDTF">2026-03-30T11:33:01Z</dcterms:modified>
</cp:coreProperties>
</file>